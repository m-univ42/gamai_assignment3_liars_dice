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45a92ff0b_2_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d45a92ff0b_2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d45a92ff0b_2_7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45a92ff0b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d45a92ff0b_2_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4602958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d46029583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46029583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d46029583e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46029583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d46029583e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467f0fc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d467f0fc4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467f0fc4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d467f0fc4e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467f0fc4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d467f0fc4e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45a92ff0b_2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d45a92ff0b_2_1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dia">
  <p:cSld name="Titeldia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830" y="3445816"/>
            <a:ext cx="2385887" cy="1325493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0" y="-1"/>
            <a:ext cx="9143999" cy="3391456"/>
          </a:xfrm>
          <a:prstGeom prst="rect">
            <a:avLst/>
          </a:prstGeom>
          <a:solidFill>
            <a:srgbClr val="8592BC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lt2"/>
                </a:solidFill>
              </a:defRPr>
            </a:lvl1pPr>
            <a:lvl2pPr indent="-3111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-"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/>
            </a:lvl5pPr>
            <a:lvl6pPr indent="-3111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•"/>
              <a:defRPr/>
            </a:lvl6pPr>
            <a:lvl7pPr indent="-3111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-"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lt2"/>
              </a:buClr>
              <a:buSzPts val="13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2" type="body"/>
          </p:nvPr>
        </p:nvSpPr>
        <p:spPr>
          <a:xfrm>
            <a:off x="1" y="1"/>
            <a:ext cx="9144000" cy="278950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lt2"/>
                </a:solidFill>
              </a:defRPr>
            </a:lvl1pPr>
            <a:lvl2pPr indent="-3111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-"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/>
            </a:lvl5pPr>
            <a:lvl6pPr indent="-3111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•"/>
              <a:defRPr/>
            </a:lvl6pPr>
            <a:lvl7pPr indent="-3111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-"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lt2"/>
              </a:buClr>
              <a:buSzPts val="13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1117415" y="789552"/>
            <a:ext cx="7664860" cy="1242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3" type="body"/>
          </p:nvPr>
        </p:nvSpPr>
        <p:spPr>
          <a:xfrm>
            <a:off x="1117415" y="2950957"/>
            <a:ext cx="5186043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111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-"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/>
            </a:lvl5pPr>
            <a:lvl6pPr indent="-3111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•"/>
              <a:defRPr/>
            </a:lvl6pPr>
            <a:lvl7pPr indent="-3111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-"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lt2"/>
              </a:buClr>
              <a:buSzPts val="13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0" type="dt"/>
          </p:nvPr>
        </p:nvSpPr>
        <p:spPr>
          <a:xfrm>
            <a:off x="5597580" y="2951013"/>
            <a:ext cx="3243080" cy="295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3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3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3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3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3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3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3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3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62" name="Google Shape;62;p14"/>
          <p:cNvSpPr/>
          <p:nvPr/>
        </p:nvSpPr>
        <p:spPr>
          <a:xfrm>
            <a:off x="0" y="4840002"/>
            <a:ext cx="9144000" cy="30349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6148" y="4907532"/>
            <a:ext cx="2690161" cy="20239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/>
          <p:nvPr/>
        </p:nvSpPr>
        <p:spPr>
          <a:xfrm>
            <a:off x="4571999" y="4840002"/>
            <a:ext cx="4572000" cy="30349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">
  <p:cSld name="Index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03339" y="303498"/>
            <a:ext cx="8537321" cy="324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03339" y="939627"/>
            <a:ext cx="5132307" cy="3596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Georgia"/>
              <a:buAutoNum type="arabicPeriod"/>
              <a:defRPr sz="1800">
                <a:solidFill>
                  <a:schemeClr val="lt2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>
                <a:solidFill>
                  <a:schemeClr val="lt2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>
                <a:solidFill>
                  <a:schemeClr val="lt2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>
                <a:solidFill>
                  <a:schemeClr val="lt2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00"/>
              <a:buNone/>
              <a:defRPr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Georgia"/>
              <a:buAutoNum type="arabicPeriod"/>
              <a:defRPr sz="1800">
                <a:solidFill>
                  <a:schemeClr val="lt2"/>
                </a:solidFill>
              </a:defRPr>
            </a:lvl6pPr>
            <a:lvl7pPr indent="-3048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>
                <a:solidFill>
                  <a:schemeClr val="lt2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lt2"/>
              </a:buClr>
              <a:buSzPts val="13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8" name="Google Shape;68;p15"/>
          <p:cNvSpPr/>
          <p:nvPr>
            <p:ph idx="2" type="pic"/>
          </p:nvPr>
        </p:nvSpPr>
        <p:spPr>
          <a:xfrm>
            <a:off x="5587315" y="939404"/>
            <a:ext cx="3253234" cy="3596878"/>
          </a:xfrm>
          <a:prstGeom prst="rect">
            <a:avLst/>
          </a:prstGeom>
          <a:solidFill>
            <a:srgbClr val="E5E8F1"/>
          </a:solidFill>
          <a:ln>
            <a:noFill/>
          </a:ln>
        </p:spPr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6846022" y="4854829"/>
            <a:ext cx="20575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100%">
  <p:cSld name="Text 100%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03339" y="303498"/>
            <a:ext cx="8537321" cy="324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03339" y="939627"/>
            <a:ext cx="8537321" cy="3596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115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•"/>
              <a:defRPr/>
            </a:lvl1pPr>
            <a:lvl2pPr indent="-3111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-"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/>
            </a:lvl5pPr>
            <a:lvl6pPr indent="-3111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•"/>
              <a:defRPr/>
            </a:lvl6pPr>
            <a:lvl7pPr indent="-3111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-"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lt2"/>
              </a:buClr>
              <a:buSzPts val="13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846022" y="4854829"/>
            <a:ext cx="20575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&amp; Image 75%/25%">
  <p:cSld name="Text &amp; Image 75%/25%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03339" y="303498"/>
            <a:ext cx="8537321" cy="324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303339" y="939627"/>
            <a:ext cx="5941976" cy="3596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115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•"/>
              <a:defRPr/>
            </a:lvl1pPr>
            <a:lvl2pPr indent="-3111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-"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/>
            </a:lvl5pPr>
            <a:lvl6pPr indent="-3111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•"/>
              <a:defRPr/>
            </a:lvl6pPr>
            <a:lvl7pPr indent="-3111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-"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lt2"/>
              </a:buClr>
              <a:buSzPts val="1300"/>
              <a:buNone/>
              <a:defRPr/>
            </a:lvl9pPr>
          </a:lstStyle>
          <a:p/>
        </p:txBody>
      </p:sp>
      <p:sp>
        <p:nvSpPr>
          <p:cNvPr id="77" name="Google Shape;77;p17"/>
          <p:cNvSpPr/>
          <p:nvPr>
            <p:ph idx="2" type="pic"/>
          </p:nvPr>
        </p:nvSpPr>
        <p:spPr>
          <a:xfrm>
            <a:off x="6396984" y="939404"/>
            <a:ext cx="2443565" cy="3596878"/>
          </a:xfrm>
          <a:prstGeom prst="rect">
            <a:avLst/>
          </a:prstGeom>
          <a:solidFill>
            <a:srgbClr val="E5E8F1"/>
          </a:solidFill>
          <a:ln>
            <a:noFill/>
          </a:ln>
        </p:spPr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846022" y="4854829"/>
            <a:ext cx="20575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&amp; Image 50%/50%">
  <p:cSld name="Text &amp; Image 50%/50%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303339" y="303498"/>
            <a:ext cx="8537321" cy="324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Georgia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303339" y="939627"/>
            <a:ext cx="4192826" cy="3596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115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•"/>
              <a:defRPr/>
            </a:lvl1pPr>
            <a:lvl2pPr indent="-3111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-"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/>
            </a:lvl5pPr>
            <a:lvl6pPr indent="-3111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•"/>
              <a:defRPr/>
            </a:lvl6pPr>
            <a:lvl7pPr indent="-3111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-"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lt2"/>
              </a:buClr>
              <a:buSzPts val="1300"/>
              <a:buNone/>
              <a:defRPr/>
            </a:lvl9pPr>
          </a:lstStyle>
          <a:p/>
        </p:txBody>
      </p:sp>
      <p:sp>
        <p:nvSpPr>
          <p:cNvPr id="82" name="Google Shape;82;p18"/>
          <p:cNvSpPr/>
          <p:nvPr>
            <p:ph idx="2" type="pic"/>
          </p:nvPr>
        </p:nvSpPr>
        <p:spPr>
          <a:xfrm>
            <a:off x="4648160" y="939404"/>
            <a:ext cx="4192389" cy="3596878"/>
          </a:xfrm>
          <a:prstGeom prst="rect">
            <a:avLst/>
          </a:prstGeom>
          <a:solidFill>
            <a:srgbClr val="E5E8F1"/>
          </a:solidFill>
          <a:ln>
            <a:noFill/>
          </a:ln>
        </p:spPr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6846022" y="4854829"/>
            <a:ext cx="20575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&amp; Image 25%/75%">
  <p:cSld name="Text &amp; Image 25%/75%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303339" y="303498"/>
            <a:ext cx="8537321" cy="324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" type="body"/>
          </p:nvPr>
        </p:nvSpPr>
        <p:spPr>
          <a:xfrm>
            <a:off x="303339" y="939627"/>
            <a:ext cx="2649325" cy="3596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115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•"/>
              <a:defRPr/>
            </a:lvl1pPr>
            <a:lvl2pPr indent="-3111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-"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/>
            </a:lvl5pPr>
            <a:lvl6pPr indent="-3111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•"/>
              <a:defRPr/>
            </a:lvl6pPr>
            <a:lvl7pPr indent="-3111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-"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lt2"/>
              </a:buClr>
              <a:buSzPts val="1300"/>
              <a:buNone/>
              <a:defRPr/>
            </a:lvl9pPr>
          </a:lstStyle>
          <a:p/>
        </p:txBody>
      </p:sp>
      <p:sp>
        <p:nvSpPr>
          <p:cNvPr id="87" name="Google Shape;87;p19"/>
          <p:cNvSpPr/>
          <p:nvPr>
            <p:ph idx="2" type="pic"/>
          </p:nvPr>
        </p:nvSpPr>
        <p:spPr>
          <a:xfrm>
            <a:off x="3104333" y="939404"/>
            <a:ext cx="5736216" cy="3596878"/>
          </a:xfrm>
          <a:prstGeom prst="rect">
            <a:avLst/>
          </a:prstGeom>
          <a:solidFill>
            <a:srgbClr val="E5E8F1"/>
          </a:solidFill>
          <a:ln>
            <a:noFill/>
          </a:ln>
        </p:spPr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6846022" y="4854829"/>
            <a:ext cx="20575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100%">
  <p:cSld name="Image 100%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303339" y="303498"/>
            <a:ext cx="8537321" cy="324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1" name="Google Shape;91;p20"/>
          <p:cNvSpPr/>
          <p:nvPr>
            <p:ph idx="2" type="pic"/>
          </p:nvPr>
        </p:nvSpPr>
        <p:spPr>
          <a:xfrm>
            <a:off x="303339" y="939404"/>
            <a:ext cx="8537211" cy="3596878"/>
          </a:xfrm>
          <a:prstGeom prst="rect">
            <a:avLst/>
          </a:prstGeom>
          <a:solidFill>
            <a:srgbClr val="E5E8F1"/>
          </a:solidFill>
          <a:ln>
            <a:noFill/>
          </a:ln>
        </p:spPr>
      </p:sp>
      <p:sp>
        <p:nvSpPr>
          <p:cNvPr id="92" name="Google Shape;92;p20"/>
          <p:cNvSpPr txBox="1"/>
          <p:nvPr>
            <p:ph idx="12" type="sldNum"/>
          </p:nvPr>
        </p:nvSpPr>
        <p:spPr>
          <a:xfrm>
            <a:off x="6846022" y="4854829"/>
            <a:ext cx="20575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&amp; Image 4x">
  <p:cSld name="Text &amp; Image 4x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303339" y="303498"/>
            <a:ext cx="8537321" cy="324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1" type="body"/>
          </p:nvPr>
        </p:nvSpPr>
        <p:spPr>
          <a:xfrm>
            <a:off x="303339" y="939627"/>
            <a:ext cx="4192826" cy="3596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115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•"/>
              <a:defRPr/>
            </a:lvl1pPr>
            <a:lvl2pPr indent="-3111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-"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/>
            </a:lvl5pPr>
            <a:lvl6pPr indent="-3111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•"/>
              <a:defRPr/>
            </a:lvl6pPr>
            <a:lvl7pPr indent="-3111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-"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lt2"/>
              </a:buClr>
              <a:buSzPts val="1300"/>
              <a:buNone/>
              <a:defRPr/>
            </a:lvl9pPr>
          </a:lstStyle>
          <a:p/>
        </p:txBody>
      </p:sp>
      <p:sp>
        <p:nvSpPr>
          <p:cNvPr id="96" name="Google Shape;96;p21"/>
          <p:cNvSpPr/>
          <p:nvPr>
            <p:ph idx="2" type="pic"/>
          </p:nvPr>
        </p:nvSpPr>
        <p:spPr>
          <a:xfrm>
            <a:off x="4648161" y="939404"/>
            <a:ext cx="2020252" cy="1722787"/>
          </a:xfrm>
          <a:prstGeom prst="rect">
            <a:avLst/>
          </a:prstGeom>
          <a:solidFill>
            <a:srgbClr val="E5E8F1"/>
          </a:solidFill>
          <a:ln>
            <a:noFill/>
          </a:ln>
        </p:spPr>
      </p:sp>
      <p:sp>
        <p:nvSpPr>
          <p:cNvPr id="97" name="Google Shape;97;p21"/>
          <p:cNvSpPr/>
          <p:nvPr>
            <p:ph idx="3" type="pic"/>
          </p:nvPr>
        </p:nvSpPr>
        <p:spPr>
          <a:xfrm>
            <a:off x="6820408" y="939404"/>
            <a:ext cx="2020252" cy="1722787"/>
          </a:xfrm>
          <a:prstGeom prst="rect">
            <a:avLst/>
          </a:prstGeom>
          <a:solidFill>
            <a:srgbClr val="E5E8F1"/>
          </a:solidFill>
          <a:ln>
            <a:noFill/>
          </a:ln>
        </p:spPr>
      </p:sp>
      <p:sp>
        <p:nvSpPr>
          <p:cNvPr id="98" name="Google Shape;98;p21"/>
          <p:cNvSpPr/>
          <p:nvPr>
            <p:ph idx="4" type="pic"/>
          </p:nvPr>
        </p:nvSpPr>
        <p:spPr>
          <a:xfrm>
            <a:off x="4648161" y="2813717"/>
            <a:ext cx="2020252" cy="1722787"/>
          </a:xfrm>
          <a:prstGeom prst="rect">
            <a:avLst/>
          </a:prstGeom>
          <a:solidFill>
            <a:srgbClr val="E5E8F1"/>
          </a:solidFill>
          <a:ln>
            <a:noFill/>
          </a:ln>
        </p:spPr>
      </p:sp>
      <p:sp>
        <p:nvSpPr>
          <p:cNvPr id="99" name="Google Shape;99;p21"/>
          <p:cNvSpPr/>
          <p:nvPr>
            <p:ph idx="5" type="pic"/>
          </p:nvPr>
        </p:nvSpPr>
        <p:spPr>
          <a:xfrm>
            <a:off x="6820408" y="2813717"/>
            <a:ext cx="2020252" cy="1722787"/>
          </a:xfrm>
          <a:prstGeom prst="rect">
            <a:avLst/>
          </a:prstGeom>
          <a:solidFill>
            <a:srgbClr val="E5E8F1"/>
          </a:solidFill>
          <a:ln>
            <a:noFill/>
          </a:ln>
        </p:spPr>
      </p:sp>
      <p:sp>
        <p:nvSpPr>
          <p:cNvPr id="100" name="Google Shape;100;p21"/>
          <p:cNvSpPr txBox="1"/>
          <p:nvPr>
            <p:ph idx="12" type="sldNum"/>
          </p:nvPr>
        </p:nvSpPr>
        <p:spPr>
          <a:xfrm>
            <a:off x="6846022" y="4854829"/>
            <a:ext cx="20575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&amp; Image 2x">
  <p:cSld name="Text &amp; Image 2x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type="title"/>
          </p:nvPr>
        </p:nvSpPr>
        <p:spPr>
          <a:xfrm>
            <a:off x="303339" y="303498"/>
            <a:ext cx="8537321" cy="324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1" type="body"/>
          </p:nvPr>
        </p:nvSpPr>
        <p:spPr>
          <a:xfrm>
            <a:off x="303339" y="939627"/>
            <a:ext cx="4192826" cy="3596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115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•"/>
              <a:defRPr/>
            </a:lvl1pPr>
            <a:lvl2pPr indent="-3111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-"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/>
            </a:lvl5pPr>
            <a:lvl6pPr indent="-3111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•"/>
              <a:defRPr/>
            </a:lvl6pPr>
            <a:lvl7pPr indent="-3111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-"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lt2"/>
              </a:buClr>
              <a:buSzPts val="1300"/>
              <a:buNone/>
              <a:defRPr/>
            </a:lvl9pPr>
          </a:lstStyle>
          <a:p/>
        </p:txBody>
      </p:sp>
      <p:sp>
        <p:nvSpPr>
          <p:cNvPr id="104" name="Google Shape;104;p22"/>
          <p:cNvSpPr/>
          <p:nvPr>
            <p:ph idx="2" type="pic"/>
          </p:nvPr>
        </p:nvSpPr>
        <p:spPr>
          <a:xfrm>
            <a:off x="4647835" y="939404"/>
            <a:ext cx="2020252" cy="3597100"/>
          </a:xfrm>
          <a:prstGeom prst="rect">
            <a:avLst/>
          </a:prstGeom>
          <a:solidFill>
            <a:srgbClr val="E5E8F1"/>
          </a:solidFill>
          <a:ln>
            <a:noFill/>
          </a:ln>
        </p:spPr>
      </p:sp>
      <p:sp>
        <p:nvSpPr>
          <p:cNvPr id="105" name="Google Shape;105;p22"/>
          <p:cNvSpPr/>
          <p:nvPr>
            <p:ph idx="3" type="pic"/>
          </p:nvPr>
        </p:nvSpPr>
        <p:spPr>
          <a:xfrm>
            <a:off x="6820082" y="939404"/>
            <a:ext cx="2020252" cy="3597100"/>
          </a:xfrm>
          <a:prstGeom prst="rect">
            <a:avLst/>
          </a:prstGeom>
          <a:solidFill>
            <a:srgbClr val="E5E8F1"/>
          </a:solidFill>
          <a:ln>
            <a:noFill/>
          </a:ln>
        </p:spPr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6846022" y="4854829"/>
            <a:ext cx="20575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 100%">
  <p:cSld name="Graph 100%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type="title"/>
          </p:nvPr>
        </p:nvSpPr>
        <p:spPr>
          <a:xfrm>
            <a:off x="303339" y="303498"/>
            <a:ext cx="8537321" cy="324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9" name="Google Shape;109;p23"/>
          <p:cNvSpPr/>
          <p:nvPr>
            <p:ph idx="2" type="chart"/>
          </p:nvPr>
        </p:nvSpPr>
        <p:spPr>
          <a:xfrm>
            <a:off x="303339" y="939627"/>
            <a:ext cx="8537321" cy="3596877"/>
          </a:xfrm>
          <a:prstGeom prst="rect">
            <a:avLst/>
          </a:prstGeom>
          <a:solidFill>
            <a:srgbClr val="E5E8F1"/>
          </a:solidFill>
          <a:ln>
            <a:noFill/>
          </a:ln>
        </p:spPr>
        <p:txBody>
          <a:bodyPr anchorCtr="0" anchor="ctr" bIns="134950" lIns="0" spcFirstLastPara="1" rIns="0" wrap="square" tIns="0">
            <a:noAutofit/>
          </a:bodyPr>
          <a:lstStyle>
            <a:lvl1pPr lvl="0" marR="0" rtl="0" algn="ctr">
              <a:lnSpc>
                <a:spcPct val="25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-"/>
              <a:defRPr b="0" i="0" sz="1200" u="none" cap="none" strike="noStrik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-"/>
              <a:defRPr b="0" i="0" sz="1200" u="none" cap="none" strike="noStrik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lt2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110" name="Google Shape;110;p23"/>
          <p:cNvSpPr txBox="1"/>
          <p:nvPr>
            <p:ph idx="12" type="sldNum"/>
          </p:nvPr>
        </p:nvSpPr>
        <p:spPr>
          <a:xfrm>
            <a:off x="6846022" y="4854829"/>
            <a:ext cx="20575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o 100%">
  <p:cSld name="Video 100%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type="title"/>
          </p:nvPr>
        </p:nvSpPr>
        <p:spPr>
          <a:xfrm>
            <a:off x="303339" y="303498"/>
            <a:ext cx="8537321" cy="324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Georg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3" name="Google Shape;113;p24"/>
          <p:cNvSpPr/>
          <p:nvPr>
            <p:ph idx="2" type="media"/>
          </p:nvPr>
        </p:nvSpPr>
        <p:spPr>
          <a:xfrm>
            <a:off x="303339" y="939627"/>
            <a:ext cx="8537321" cy="3596877"/>
          </a:xfrm>
          <a:prstGeom prst="rect">
            <a:avLst/>
          </a:prstGeom>
          <a:solidFill>
            <a:srgbClr val="E5E8F1"/>
          </a:solidFill>
          <a:ln>
            <a:noFill/>
          </a:ln>
        </p:spPr>
        <p:txBody>
          <a:bodyPr anchorCtr="0" anchor="ctr" bIns="134950" lIns="0" spcFirstLastPara="1" rIns="0" wrap="square" tIns="0">
            <a:noAutofit/>
          </a:bodyPr>
          <a:lstStyle>
            <a:lvl1pPr lvl="0" marR="0" rtl="0" algn="ctr">
              <a:lnSpc>
                <a:spcPct val="25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-"/>
              <a:defRPr b="0" i="0" sz="1200" u="none" cap="none" strike="noStrik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-"/>
              <a:defRPr b="0" i="0" sz="1200" u="none" cap="none" strike="noStrik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lt2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114" name="Google Shape;114;p24"/>
          <p:cNvSpPr txBox="1"/>
          <p:nvPr>
            <p:ph idx="12" type="sldNum"/>
          </p:nvPr>
        </p:nvSpPr>
        <p:spPr>
          <a:xfrm>
            <a:off x="6846022" y="4854829"/>
            <a:ext cx="20575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1" y="1"/>
            <a:ext cx="9144000" cy="339145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lt2"/>
                </a:solidFill>
              </a:defRPr>
            </a:lvl1pPr>
            <a:lvl2pPr indent="-3111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-"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/>
            </a:lvl5pPr>
            <a:lvl6pPr indent="-3111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•"/>
              <a:defRPr/>
            </a:lvl6pPr>
            <a:lvl7pPr indent="-3111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Char char="-"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lt2"/>
              </a:buClr>
              <a:buSzPts val="1300"/>
              <a:buNone/>
              <a:defRPr/>
            </a:lvl9pPr>
          </a:lstStyle>
          <a:p/>
        </p:txBody>
      </p:sp>
      <p:sp>
        <p:nvSpPr>
          <p:cNvPr id="117" name="Google Shape;117;p25"/>
          <p:cNvSpPr txBox="1"/>
          <p:nvPr>
            <p:ph type="title"/>
          </p:nvPr>
        </p:nvSpPr>
        <p:spPr>
          <a:xfrm>
            <a:off x="1117415" y="789552"/>
            <a:ext cx="7664860" cy="1242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8" name="Google Shape;118;p25"/>
          <p:cNvSpPr/>
          <p:nvPr/>
        </p:nvSpPr>
        <p:spPr>
          <a:xfrm>
            <a:off x="0" y="4840002"/>
            <a:ext cx="9144000" cy="30349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6148" y="4907532"/>
            <a:ext cx="2690161" cy="20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830" y="3445816"/>
            <a:ext cx="2385887" cy="1325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3339" y="303498"/>
            <a:ext cx="8537321" cy="324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Georgia"/>
              <a:buNone/>
              <a:defRPr b="1" i="0" sz="3000" u="none" cap="none" strike="noStrik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03339" y="939627"/>
            <a:ext cx="8537321" cy="3596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1150" lvl="0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-"/>
              <a:defRPr b="0" i="0" sz="1200" u="none" cap="none" strike="noStrik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-3111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-3048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-"/>
              <a:defRPr b="0" i="0" sz="1200" u="none" cap="none" strike="noStrik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lt2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53" name="Google Shape;53;p13"/>
          <p:cNvSpPr/>
          <p:nvPr/>
        </p:nvSpPr>
        <p:spPr>
          <a:xfrm>
            <a:off x="0" y="4840002"/>
            <a:ext cx="9144000" cy="30349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03339" y="4907532"/>
            <a:ext cx="2690161" cy="20239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 txBox="1"/>
          <p:nvPr>
            <p:ph idx="1" type="body"/>
          </p:nvPr>
        </p:nvSpPr>
        <p:spPr>
          <a:xfrm>
            <a:off x="0" y="-1"/>
            <a:ext cx="9143999" cy="3391456"/>
          </a:xfrm>
          <a:prstGeom prst="rect">
            <a:avLst/>
          </a:prstGeom>
          <a:solidFill>
            <a:srgbClr val="8592BC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</a:pPr>
            <a:r>
              <a:t/>
            </a:r>
            <a:endParaRPr/>
          </a:p>
        </p:txBody>
      </p:sp>
      <p:sp>
        <p:nvSpPr>
          <p:cNvPr id="127" name="Google Shape;127;p26"/>
          <p:cNvSpPr txBox="1"/>
          <p:nvPr>
            <p:ph idx="2" type="body"/>
          </p:nvPr>
        </p:nvSpPr>
        <p:spPr>
          <a:xfrm>
            <a:off x="1" y="1"/>
            <a:ext cx="9144000" cy="278950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</a:pPr>
            <a:r>
              <a:t/>
            </a:r>
            <a:endParaRPr b="1"/>
          </a:p>
        </p:txBody>
      </p:sp>
      <p:sp>
        <p:nvSpPr>
          <p:cNvPr id="128" name="Google Shape;128;p26"/>
          <p:cNvSpPr txBox="1"/>
          <p:nvPr>
            <p:ph type="title"/>
          </p:nvPr>
        </p:nvSpPr>
        <p:spPr>
          <a:xfrm>
            <a:off x="1117415" y="789552"/>
            <a:ext cx="7665000" cy="12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/>
              <a:buNone/>
            </a:pPr>
            <a:r>
              <a:rPr lang="en-GB"/>
              <a:t>The Magnitude of Truth: On Using Magnitude Estimation for Truthfulness Assessment</a:t>
            </a:r>
            <a:endParaRPr/>
          </a:p>
        </p:txBody>
      </p:sp>
      <p:sp>
        <p:nvSpPr>
          <p:cNvPr id="129" name="Google Shape;129;p26"/>
          <p:cNvSpPr txBox="1"/>
          <p:nvPr>
            <p:ph idx="3" type="body"/>
          </p:nvPr>
        </p:nvSpPr>
        <p:spPr>
          <a:xfrm>
            <a:off x="3780440" y="2935733"/>
            <a:ext cx="5186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Marcell Nemeth, Maarten Verhoeff | 0</a:t>
            </a:r>
            <a:r>
              <a:rPr lang="en-GB"/>
              <a:t>7</a:t>
            </a:r>
            <a:r>
              <a:rPr lang="en-GB"/>
              <a:t>-0</a:t>
            </a:r>
            <a:r>
              <a:rPr lang="en-GB"/>
              <a:t>4</a:t>
            </a:r>
            <a:r>
              <a:rPr lang="en-GB"/>
              <a:t>-2026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/>
          <p:nvPr>
            <p:ph type="title"/>
          </p:nvPr>
        </p:nvSpPr>
        <p:spPr>
          <a:xfrm>
            <a:off x="303339" y="303498"/>
            <a:ext cx="8537321" cy="324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Georgia"/>
              <a:buNone/>
            </a:pPr>
            <a:r>
              <a:rPr lang="en-GB"/>
              <a:t>Introduction</a:t>
            </a:r>
            <a:endParaRPr/>
          </a:p>
        </p:txBody>
      </p:sp>
      <p:sp>
        <p:nvSpPr>
          <p:cNvPr id="135" name="Google Shape;135;p27"/>
          <p:cNvSpPr txBox="1"/>
          <p:nvPr>
            <p:ph idx="1" type="body"/>
          </p:nvPr>
        </p:nvSpPr>
        <p:spPr>
          <a:xfrm>
            <a:off x="303339" y="939627"/>
            <a:ext cx="8537400" cy="3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3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</a:pPr>
            <a:r>
              <a:rPr lang="en-GB"/>
              <a:t>Labeling</a:t>
            </a:r>
            <a:endParaRPr/>
          </a:p>
          <a:p>
            <a:pPr indent="-13335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Used in many data-driven systems</a:t>
            </a:r>
            <a:endParaRPr/>
          </a:p>
          <a:p>
            <a:pPr indent="-13335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IR: model training &amp; evaluation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Label quality -&gt; system performance</a:t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Truthfulness assessment</a:t>
            </a:r>
            <a:endParaRPr/>
          </a:p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Labeling claims</a:t>
            </a:r>
            <a:endParaRPr/>
          </a:p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Not binary</a:t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rial"/>
              <a:buNone/>
            </a:pPr>
            <a:r>
              <a:t/>
            </a:r>
            <a:endParaRPr/>
          </a:p>
          <a:p>
            <a:pPr indent="-5080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36" name="Google Shape;136;p27"/>
          <p:cNvSpPr txBox="1"/>
          <p:nvPr>
            <p:ph idx="12" type="sldNum"/>
          </p:nvPr>
        </p:nvSpPr>
        <p:spPr>
          <a:xfrm>
            <a:off x="6846022" y="4854829"/>
            <a:ext cx="20575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/>
          <p:nvPr>
            <p:ph type="title"/>
          </p:nvPr>
        </p:nvSpPr>
        <p:spPr>
          <a:xfrm>
            <a:off x="303339" y="303498"/>
            <a:ext cx="8537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Georgia"/>
              <a:buNone/>
            </a:pPr>
            <a:r>
              <a:rPr lang="en-GB"/>
              <a:t>Problem statement</a:t>
            </a:r>
            <a:endParaRPr/>
          </a:p>
        </p:txBody>
      </p:sp>
      <p:sp>
        <p:nvSpPr>
          <p:cNvPr id="142" name="Google Shape;142;p28"/>
          <p:cNvSpPr txBox="1"/>
          <p:nvPr>
            <p:ph idx="1" type="body"/>
          </p:nvPr>
        </p:nvSpPr>
        <p:spPr>
          <a:xfrm>
            <a:off x="303339" y="939627"/>
            <a:ext cx="8537400" cy="3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rial"/>
              <a:buNone/>
            </a:pPr>
            <a:r>
              <a:rPr lang="en-GB"/>
              <a:t>Existing scales</a:t>
            </a:r>
            <a:endParaRPr/>
          </a:p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Coarse (2-3 levels)</a:t>
            </a:r>
            <a:endParaRPr/>
          </a:p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Fine (many levels)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Issue</a:t>
            </a:r>
            <a:endParaRPr/>
          </a:p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Fixed categories</a:t>
            </a:r>
            <a:endParaRPr/>
          </a:p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Note defined distances</a:t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Result</a:t>
            </a:r>
            <a:endParaRPr/>
          </a:p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Different interpretations</a:t>
            </a:r>
            <a:endParaRPr/>
          </a:p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Incosistent labels</a:t>
            </a:r>
            <a:endParaRPr/>
          </a:p>
        </p:txBody>
      </p:sp>
      <p:sp>
        <p:nvSpPr>
          <p:cNvPr id="143" name="Google Shape;143;p28"/>
          <p:cNvSpPr txBox="1"/>
          <p:nvPr>
            <p:ph idx="12" type="sldNum"/>
          </p:nvPr>
        </p:nvSpPr>
        <p:spPr>
          <a:xfrm>
            <a:off x="6846022" y="485482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303339" y="303498"/>
            <a:ext cx="8537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Georgia"/>
              <a:buNone/>
            </a:pPr>
            <a:r>
              <a:rPr lang="en-GB"/>
              <a:t>Magnitude Estimation</a:t>
            </a:r>
            <a:endParaRPr/>
          </a:p>
        </p:txBody>
      </p:sp>
      <p:sp>
        <p:nvSpPr>
          <p:cNvPr id="149" name="Google Shape;149;p29"/>
          <p:cNvSpPr txBox="1"/>
          <p:nvPr>
            <p:ph idx="1" type="body"/>
          </p:nvPr>
        </p:nvSpPr>
        <p:spPr>
          <a:xfrm>
            <a:off x="303339" y="939627"/>
            <a:ext cx="8537400" cy="3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-GB"/>
              <a:t>Magnitude Estimation (ME)</a:t>
            </a:r>
            <a:endParaRPr/>
          </a:p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Any positive number</a:t>
            </a:r>
            <a:endParaRPr/>
          </a:p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Continuous scale (0, ∞)</a:t>
            </a:r>
            <a:endParaRPr/>
          </a:p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No fixed categories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Key idea</a:t>
            </a:r>
            <a:endParaRPr/>
          </a:p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Captures size of differences</a:t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Example</a:t>
            </a:r>
            <a:endParaRPr/>
          </a:p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1 vs 0.5 -&gt; 2x</a:t>
            </a:r>
            <a:endParaRPr/>
          </a:p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10 -&gt; 10x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Processing</a:t>
            </a:r>
            <a:endParaRPr b="1"/>
          </a:p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Normalize -&gt; Aggregate</a:t>
            </a:r>
            <a:endParaRPr/>
          </a:p>
          <a:p>
            <a:pPr indent="-5080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</p:txBody>
      </p:sp>
      <p:sp>
        <p:nvSpPr>
          <p:cNvPr id="150" name="Google Shape;150;p29"/>
          <p:cNvSpPr txBox="1"/>
          <p:nvPr>
            <p:ph idx="12" type="sldNum"/>
          </p:nvPr>
        </p:nvSpPr>
        <p:spPr>
          <a:xfrm>
            <a:off x="6846022" y="485482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>
            <p:ph type="title"/>
          </p:nvPr>
        </p:nvSpPr>
        <p:spPr>
          <a:xfrm>
            <a:off x="303339" y="303498"/>
            <a:ext cx="8537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Georgia"/>
              <a:buNone/>
            </a:pPr>
            <a:r>
              <a:rPr lang="en-GB"/>
              <a:t>Methodology</a:t>
            </a:r>
            <a:endParaRPr/>
          </a:p>
        </p:txBody>
      </p:sp>
      <p:sp>
        <p:nvSpPr>
          <p:cNvPr id="156" name="Google Shape;156;p30"/>
          <p:cNvSpPr txBox="1"/>
          <p:nvPr>
            <p:ph idx="1" type="body"/>
          </p:nvPr>
        </p:nvSpPr>
        <p:spPr>
          <a:xfrm>
            <a:off x="303339" y="939627"/>
            <a:ext cx="8537400" cy="3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-GB"/>
              <a:t>Data</a:t>
            </a:r>
            <a:endParaRPr/>
          </a:p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120 Political claims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Task</a:t>
            </a:r>
            <a:endParaRPr b="1"/>
          </a:p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Search for supporting evidence</a:t>
            </a:r>
            <a:endParaRPr/>
          </a:p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Assign ME score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Evaluation</a:t>
            </a:r>
            <a:endParaRPr b="1"/>
          </a:p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Expert labels</a:t>
            </a:r>
            <a:endParaRPr/>
          </a:p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6-level scale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50800" lvl="0" marL="1397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1"/>
          </a:p>
          <a:p>
            <a:pPr indent="-5080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</p:txBody>
      </p:sp>
      <p:sp>
        <p:nvSpPr>
          <p:cNvPr id="157" name="Google Shape;157;p30"/>
          <p:cNvSpPr txBox="1"/>
          <p:nvPr>
            <p:ph idx="12" type="sldNum"/>
          </p:nvPr>
        </p:nvSpPr>
        <p:spPr>
          <a:xfrm>
            <a:off x="6846022" y="485482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title"/>
          </p:nvPr>
        </p:nvSpPr>
        <p:spPr>
          <a:xfrm>
            <a:off x="303339" y="303498"/>
            <a:ext cx="8537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Georgia"/>
              <a:buNone/>
            </a:pPr>
            <a:r>
              <a:rPr lang="en-GB"/>
              <a:t>Results</a:t>
            </a:r>
            <a:endParaRPr/>
          </a:p>
        </p:txBody>
      </p:sp>
      <p:sp>
        <p:nvSpPr>
          <p:cNvPr id="163" name="Google Shape;163;p31"/>
          <p:cNvSpPr txBox="1"/>
          <p:nvPr>
            <p:ph idx="1" type="body"/>
          </p:nvPr>
        </p:nvSpPr>
        <p:spPr>
          <a:xfrm>
            <a:off x="303339" y="939627"/>
            <a:ext cx="8537400" cy="3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ME is close to expert ground truth (A: 0.80), performance wise on same level as S6 (A:0.83)</a:t>
            </a:r>
            <a:endParaRPr/>
          </a:p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The optimal aggregation method is weighted mean, outperforming geometric and arithmetic mean</a:t>
            </a:r>
            <a:endParaRPr/>
          </a:p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S6 outperforms ME on accuracy and error, </a:t>
            </a:r>
            <a:r>
              <a:rPr b="1" lang="en-GB"/>
              <a:t>however </a:t>
            </a:r>
            <a:r>
              <a:rPr lang="en-GB"/>
              <a:t>no significant diff.  on aggregate </a:t>
            </a:r>
            <a:endParaRPr/>
          </a:p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Perceived clusters around PoF,False, Mostly False and Half True and  Mostly True/True (GT3)</a:t>
            </a:r>
            <a:endParaRPr/>
          </a:p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Sigmoid gain curve suggests a semi-binary perception, rather than equal S6</a:t>
            </a:r>
            <a:endParaRPr/>
          </a:p>
          <a:p>
            <a:pPr indent="0" lvl="0" marL="1397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50800" lvl="0" marL="1397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1"/>
          </a:p>
          <a:p>
            <a:pPr indent="-5080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</p:txBody>
      </p:sp>
      <p:sp>
        <p:nvSpPr>
          <p:cNvPr id="164" name="Google Shape;164;p31"/>
          <p:cNvSpPr txBox="1"/>
          <p:nvPr>
            <p:ph idx="12" type="sldNum"/>
          </p:nvPr>
        </p:nvSpPr>
        <p:spPr>
          <a:xfrm>
            <a:off x="6846022" y="485482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5" name="Google Shape;16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7375" y="2741650"/>
            <a:ext cx="4254950" cy="157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875" y="2369900"/>
            <a:ext cx="3462050" cy="231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>
            <p:ph type="title"/>
          </p:nvPr>
        </p:nvSpPr>
        <p:spPr>
          <a:xfrm>
            <a:off x="303339" y="303498"/>
            <a:ext cx="8537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Georgia"/>
              <a:buNone/>
            </a:pPr>
            <a:r>
              <a:rPr lang="en-GB"/>
              <a:t>Implications</a:t>
            </a:r>
            <a:endParaRPr/>
          </a:p>
        </p:txBody>
      </p:sp>
      <p:sp>
        <p:nvSpPr>
          <p:cNvPr id="172" name="Google Shape;172;p32"/>
          <p:cNvSpPr txBox="1"/>
          <p:nvPr>
            <p:ph idx="1" type="body"/>
          </p:nvPr>
        </p:nvSpPr>
        <p:spPr>
          <a:xfrm>
            <a:off x="332789" y="1420602"/>
            <a:ext cx="8537400" cy="3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There is no accuracy trade-off for adapting ME instead of ordinal scales</a:t>
            </a:r>
            <a:endParaRPr/>
          </a:p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Sigmoid (semi-binary) gain curve suggests S6 does not have equal categories</a:t>
            </a:r>
            <a:endParaRPr/>
          </a:p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ME and S6 are complementary (pair wise: 0.75) -&gt; Combining the two </a:t>
            </a:r>
            <a:r>
              <a:rPr b="1" lang="en-GB"/>
              <a:t>could</a:t>
            </a:r>
            <a:r>
              <a:rPr lang="en-GB"/>
              <a:t> yield better measurement</a:t>
            </a:r>
            <a:endParaRPr/>
          </a:p>
          <a:p>
            <a:pPr indent="-133350" lvl="0" marL="1397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Treating “Half True” statements as unique category aligns closer to human perception</a:t>
            </a:r>
            <a:endParaRPr/>
          </a:p>
          <a:p>
            <a:pPr indent="0" lvl="0" marL="1397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50800" lvl="0" marL="1397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1"/>
          </a:p>
          <a:p>
            <a:pPr indent="-5080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</p:txBody>
      </p:sp>
      <p:sp>
        <p:nvSpPr>
          <p:cNvPr id="173" name="Google Shape;173;p32"/>
          <p:cNvSpPr txBox="1"/>
          <p:nvPr>
            <p:ph idx="12" type="sldNum"/>
          </p:nvPr>
        </p:nvSpPr>
        <p:spPr>
          <a:xfrm>
            <a:off x="6846022" y="485482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 txBox="1"/>
          <p:nvPr>
            <p:ph type="title"/>
          </p:nvPr>
        </p:nvSpPr>
        <p:spPr>
          <a:xfrm>
            <a:off x="303339" y="303498"/>
            <a:ext cx="8537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Georgia"/>
              <a:buNone/>
            </a:pPr>
            <a:r>
              <a:rPr lang="en-GB"/>
              <a:t>Critical Review</a:t>
            </a:r>
            <a:endParaRPr/>
          </a:p>
        </p:txBody>
      </p:sp>
      <p:sp>
        <p:nvSpPr>
          <p:cNvPr id="179" name="Google Shape;179;p33"/>
          <p:cNvSpPr txBox="1"/>
          <p:nvPr>
            <p:ph idx="1" type="body"/>
          </p:nvPr>
        </p:nvSpPr>
        <p:spPr>
          <a:xfrm>
            <a:off x="303339" y="939627"/>
            <a:ext cx="8537400" cy="3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GB"/>
              <a:t>Strengths:</a:t>
            </a:r>
            <a:endParaRPr/>
          </a:p>
          <a:p>
            <a:pPr indent="-311150" lvl="0" marL="4572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Robust replication of La Barbera et al.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9 effectiveness metrics, with 4 methods analysed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Gain curve translates perception of truth into analysable results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Easliy reproducible results by data and clean explanation of methods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GB"/>
              <a:t>Weaknesses:</a:t>
            </a:r>
            <a:endParaRPr/>
          </a:p>
          <a:p>
            <a:pPr indent="-311150" lvl="0" marL="457200" rtl="0" algn="l">
              <a:spcBef>
                <a:spcPts val="90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Politically skewed sample (48.5% Democrat and 34% Liberal evaluators)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Min-max normalization causes a loss in ME properties (but needed for comparison)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GB"/>
              <a:t>Scope of evaluated data is narrow (120 US political claims)</a:t>
            </a:r>
            <a:endParaRPr/>
          </a:p>
          <a:p>
            <a:pPr indent="0" lvl="0" marL="4572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50800" lvl="0" marL="1397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1"/>
          </a:p>
          <a:p>
            <a:pPr indent="-5080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</p:txBody>
      </p:sp>
      <p:sp>
        <p:nvSpPr>
          <p:cNvPr id="180" name="Google Shape;180;p33"/>
          <p:cNvSpPr txBox="1"/>
          <p:nvPr>
            <p:ph idx="12" type="sldNum"/>
          </p:nvPr>
        </p:nvSpPr>
        <p:spPr>
          <a:xfrm>
            <a:off x="6846022" y="485482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/>
          <p:nvPr>
            <p:ph idx="1" type="body"/>
          </p:nvPr>
        </p:nvSpPr>
        <p:spPr>
          <a:xfrm>
            <a:off x="1" y="1"/>
            <a:ext cx="9144000" cy="339145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</a:pPr>
            <a:r>
              <a:t/>
            </a:r>
            <a:endParaRPr/>
          </a:p>
        </p:txBody>
      </p:sp>
      <p:sp>
        <p:nvSpPr>
          <p:cNvPr id="186" name="Google Shape;186;p34"/>
          <p:cNvSpPr txBox="1"/>
          <p:nvPr>
            <p:ph type="title"/>
          </p:nvPr>
        </p:nvSpPr>
        <p:spPr>
          <a:xfrm>
            <a:off x="1117415" y="789552"/>
            <a:ext cx="7664860" cy="1242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/>
              <a:buNone/>
            </a:pPr>
            <a:r>
              <a:rPr lang="en-GB"/>
              <a:t>Questions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 name="Corporate template-set Universiteit Leiden">
  <a:themeElements>
    <a:clrScheme name="Universiteit Leiden">
      <a:dk1>
        <a:srgbClr val="000000"/>
      </a:dk1>
      <a:lt1>
        <a:srgbClr val="FFFFFF"/>
      </a:lt1>
      <a:dk2>
        <a:srgbClr val="8592BC"/>
      </a:dk2>
      <a:lt2>
        <a:srgbClr val="001158"/>
      </a:lt2>
      <a:accent1>
        <a:srgbClr val="9EBA2E"/>
      </a:accent1>
      <a:accent2>
        <a:srgbClr val="5CB1EB"/>
      </a:accent2>
      <a:accent3>
        <a:srgbClr val="34A3A9"/>
      </a:accent3>
      <a:accent4>
        <a:srgbClr val="F46E32"/>
      </a:accent4>
      <a:accent5>
        <a:srgbClr val="2C712D"/>
      </a:accent5>
      <a:accent6>
        <a:srgbClr val="B02079"/>
      </a:accent6>
      <a:hlink>
        <a:srgbClr val="0033CC"/>
      </a:hlink>
      <a:folHlink>
        <a:srgbClr val="703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